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visuals in this deck are generated from the project notebook outputs (see /images).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Visuals are project-generated.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churn_rate.png generated from project notebook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feature_importance_rf_top15.png generated from project notebook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Diagram is original; no external assets.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Metrics computed from project train/test evaluation (see README and notebook).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confusion_matrix_rf_t035.png generated from project notebook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roc_curve_rf.png and pr_curve_rf.png generated from project notebook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threshold_tradeoff_rf.png generated from project notebook outputs.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Metrics and visuals are project-generated.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11521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SyriaTel • Phase 3 (Business Stakeholder Summary)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078992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customers at high risk of leaving so retention teams can intervene early and reduce lost revenue.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churn risk score per customer + a recommended outreach threshold.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business stakeholders (plain language, action-focused).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expensive. Retention is usually cheaper than acquisition, but retention capacity is limited.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9496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enables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Prioritize outreach to the right customers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missed churners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wasting offers on low-risk customers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lift with A/B testing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think about success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5146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focus on catching churners (recall), while keeping the outreach list manageable (precision + volume).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37490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score lets the business choose: “target top 10%” or “target all above threshold X”.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decision = model score + business capacity.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(what we know about each customer)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3,333 customers with usage + service signals and a churn label.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6692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 usage (day/eve/night/intl minutes + calls)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Plans (international plan, voicemail plan)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tenure (account length)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service calls (service friction signal)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Geography (state, area code)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1600200"/>
            <a:ext cx="4828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800" dirty="0"/>
          </a:p>
        </p:txBody>
      </p:sp>
      <p:pic>
        <p:nvPicPr>
          <p:cNvPr id="10" name="Image 0" descr="/mnt/data/repo_artifacts/images/churn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240280"/>
            <a:ext cx="4526280" cy="3611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removed obvious identifiers (phone number) and redundant charge fields.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patterns (what tends to signal churn)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patterns that correlate with churn. These are signals to investigate—not proof of causation.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1475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mnt/data/repo_artifacts/images/feature_importance_rf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109270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2636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 (examples):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customer service calls can indicate unresolved issues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day/evening usage may reflect price sensitivity or plan mismatch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features (international/voicemail) can segment risk profiles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(in plain terms)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 model on past customers: it learns which combinations of signals tend to precede churn.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671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plans,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2286000"/>
            <a:ext cx="320040" cy="457200"/>
          </a:xfrm>
          <a:prstGeom prst="rightArrow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057400"/>
            <a:ext cx="33375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1671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2286000"/>
            <a:ext cx="320040" cy="457200"/>
          </a:xfrm>
          <a:prstGeom prst="rightArrow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057400"/>
            <a:ext cx="3337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1671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0" y="2496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churn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520440"/>
            <a:ext cx="1138428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03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(business-controlled)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threshold to fit capacity. In this project we use 0.35, which flags ~14% of customers for outreach.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26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capacity changes, move the threshold up/down (or target top N% of highest-risk customers).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model scores risk; the business chooses the outreach cut-off.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(test set)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chosen threshold, the model catches most churners while keeping the outreach list focused.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(catch churners)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73.6%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(low waste)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12140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080760" y="164592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(ranking quality)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12140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732520" y="1645920"/>
            <a:ext cx="25603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outreach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15400" y="2121408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777240" y="3154680"/>
            <a:ext cx="10634472" cy="2971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337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interpret these numbers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70332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100 customers would churn, the model flags about 73.6% of them in time to intervene.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 the customers we flag, about 74.8% truly churn (so offers aren't wasted).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~14% of customers are flagged at this threshold (manageable outreach).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errors look like (confusion matrix)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how many customers we correctly/incorrectly flag for retention outreach.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/mnt/data/repo_artifacts/images/confusion_matrix_rf_t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603504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600200"/>
            <a:ext cx="47548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 terms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26680" y="2240280"/>
            <a:ext cx="43434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positives: churners we catch (high value)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negatives: churners we miss (lost revenue)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False positives: we contact a non-churner (some cost)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tune the threshold to reduce missed churners without overloading the retention team.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(ranking performance)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curves summarize how well the model separates churners from non-churners across all thresholds.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600" dirty="0"/>
          </a:p>
        </p:txBody>
      </p:sp>
      <p:pic>
        <p:nvPicPr>
          <p:cNvPr id="7" name="Image 0" descr="/mnt/data/repo_artifacts/images/roc_curve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539496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19672" y="160020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curve</a:t>
            </a:r>
            <a:endParaRPr lang="en-US" sz="1600" dirty="0"/>
          </a:p>
        </p:txBody>
      </p:sp>
      <p:pic>
        <p:nvPicPr>
          <p:cNvPr id="10" name="Image 1" descr="/mnt/data/repo_artifacts/images/pr_curve_r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5740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operationalize (simple rollout plan)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80644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143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Score customers weekly/monthly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Rank by churn probability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Select top group (threshold/top N%)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Route to retention playbook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Track outcomes (saved vs churned)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Re-train + monitor drift quarterly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20840" y="960120"/>
            <a:ext cx="546811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tradeoff</a:t>
            </a:r>
            <a:endParaRPr lang="en-US" sz="1800" dirty="0"/>
          </a:p>
        </p:txBody>
      </p:sp>
      <p:pic>
        <p:nvPicPr>
          <p:cNvPr id="9" name="Image 0" descr="/mnt/data/repo_artifacts/images/threshold_tradeoff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1147572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can flag ~14% of customers for outreach while catching ~73.6% of churners (test set).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Pilot the retention list for 4–6 weeks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an A/B test to measure churn reduction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simple dashboard: flagged volume, conversion, churn saved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periodically and monitor performance drift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5262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(important)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4892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is a snapshot. Real-world churn changes over time, so production performance should be monitored and the model retrained.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2026-02-13T16:32:20Z</dcterms:created>
  <dcterms:modified xsi:type="dcterms:W3CDTF">2026-02-13T16:32:20Z</dcterms:modified>
</cp:coreProperties>
</file>